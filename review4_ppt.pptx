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77" r:id="rId6"/>
    <p:sldId id="278" r:id="rId7"/>
    <p:sldId id="282" r:id="rId8"/>
    <p:sldId id="283" r:id="rId9"/>
    <p:sldId id="279" r:id="rId10"/>
    <p:sldId id="288" r:id="rId11"/>
    <p:sldId id="289" r:id="rId12"/>
    <p:sldId id="290" r:id="rId13"/>
    <p:sldId id="284" r:id="rId14"/>
    <p:sldId id="270" r:id="rId15"/>
    <p:sldId id="265" r:id="rId16"/>
    <p:sldId id="287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IN" alt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Innovation in Fitness</a:t>
            </a:r>
            <a:b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Music to Fitness: A Smart Hardware </a:t>
            </a:r>
            <a:r>
              <a:rPr lang="en-IN" alt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Prototype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Prof. Mr Mohamed Shakir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625746"/>
          <a:ext cx="5418675" cy="155917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27505"/>
                <a:gridCol w="3091170"/>
              </a:tblGrid>
              <a:tr h="461864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20221COM0137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Abhishek Gowda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20221COM0162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Rithin U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20221COM0187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Rukmini Surve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IN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4</a:t>
            </a:r>
            <a:endParaRPr lang="en-IN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COM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 </a:t>
            </a:r>
            <a:r>
              <a:rPr lang="en-IN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Pallavi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Muthuraj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Basic Idea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Proposed System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IN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IN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80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% Implementation </a:t>
            </a: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of system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Draft Report Status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Research Paper Status</a:t>
            </a:r>
            <a:endParaRPr lang="en-IN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/>
              <a:t>Contents</a:t>
            </a: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Idea: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• Aim: To develop a hardware prototype that adapts music based on real-time heart-rate readings.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• Goal: Enhance motivation during workouts and improve focus during study by automatically adjusting music type according to the user’s BPM.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• Hardware used: ESP32 development board, MAX30102 heart-rate sensor, 0.96″ OLED display, DFPlayer Mini MP3 module, microSD card, 8Ω 1W speaker, breadboards, jumper wires, resistors, capacitors, push buttons (optional).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• Expected outcome: Real-time personalised music response to physiological data (heart rate).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Measure accurate heart-rate data using the MAX30102 sensor.</a:t>
            </a:r>
            <a:endParaRPr lang="en-US" altLang="en-US" dirty="0"/>
          </a:p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Process BPM values on ESP32 and classify them into calm, normal, and high-intensity zones.</a:t>
            </a:r>
            <a:endParaRPr lang="en-US" altLang="en-US" dirty="0"/>
          </a:p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Store pre-selected music tracks on a microSD card using DFPlayer Mini.</a:t>
            </a:r>
            <a:endParaRPr lang="en-US" altLang="en-US" dirty="0"/>
          </a:p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Automatically play the appropriate music type based on the user’s heart-rate zone.</a:t>
            </a:r>
            <a:endParaRPr lang="en-US" altLang="en-US" dirty="0"/>
          </a:p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Display live BPM and system status on a 0.96″ OLED screen.</a:t>
            </a:r>
            <a:endParaRPr lang="en-US" altLang="en-US" dirty="0"/>
          </a:p>
          <a:p>
            <a:pPr marL="533400" indent="-457200">
              <a:buFont typeface="+mj-lt"/>
              <a:buAutoNum type="arabicPeriod"/>
            </a:pPr>
            <a:r>
              <a:rPr lang="en-US" altLang="en-US" dirty="0"/>
              <a:t>Build a portable, low-cost fitness-assistive hardware prototype.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system continuously reads the user’s heart rate through MAX30102.</a:t>
            </a:r>
            <a:endParaRPr lang="en-US" altLang="en-US" dirty="0"/>
          </a:p>
          <a:p>
            <a:r>
              <a:rPr lang="en-US" altLang="en-US" dirty="0"/>
              <a:t>The ESP32 processes the BPM value and categorises it into three zones: calm, normal, or high-intensity.</a:t>
            </a:r>
            <a:endParaRPr lang="en-US" altLang="en-US" dirty="0"/>
          </a:p>
          <a:p>
            <a:r>
              <a:rPr lang="en-US" altLang="en-US" dirty="0"/>
              <a:t>Based on the detected zone, the ESP32 sends commands to the DFPlayer Mini to play the corresponding song stored on the microSD card.</a:t>
            </a:r>
            <a:endParaRPr lang="en-US" altLang="en-US" dirty="0"/>
          </a:p>
          <a:p>
            <a:r>
              <a:rPr lang="en-US" altLang="en-US" dirty="0"/>
              <a:t>The OLED display shows the real-time BPM and the music category being played.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287" y="248285"/>
            <a:ext cx="7315200" cy="566700"/>
          </a:xfrm>
        </p:spPr>
        <p:txBody>
          <a:bodyPr/>
          <a:lstStyle/>
          <a:p>
            <a:r>
              <a:rPr lang="en-IN" dirty="0"/>
              <a:t>System Architecture:</a:t>
            </a:r>
            <a:endParaRPr lang="en-US" dirty="0"/>
          </a:p>
        </p:txBody>
      </p:sp>
      <p:pic>
        <p:nvPicPr>
          <p:cNvPr id="4" name="Picture Placeholder 3" descr="system_architecture"/>
          <p:cNvPicPr>
            <a:picLocks noChangeAspect="1"/>
          </p:cNvPicPr>
          <p:nvPr>
            <p:ph type="pic" idx="2"/>
          </p:nvPr>
        </p:nvPicPr>
        <p:blipFill>
          <a:blip r:embed="rId1"/>
          <a:srcRect t="8846" b="8846"/>
          <a:stretch>
            <a:fillRect/>
          </a:stretch>
        </p:blipFill>
        <p:spPr>
          <a:xfrm>
            <a:off x="981710" y="1026160"/>
            <a:ext cx="10083165" cy="5069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Code Details: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dirty="0"/>
              <a:t>Description: Complete implementation with structured and documented code.</a:t>
            </a:r>
            <a:endParaRPr lang="en-US" altLang="en-US" dirty="0"/>
          </a:p>
          <a:p>
            <a:pPr marL="76200" indent="0">
              <a:buNone/>
            </a:pPr>
            <a:endParaRPr lang="en-US" altLang="en-US" dirty="0"/>
          </a:p>
          <a:p>
            <a:pPr marL="76200" indent="0">
              <a:buNone/>
            </a:pPr>
            <a:r>
              <a:rPr lang="en-US" altLang="en-US" dirty="0"/>
              <a:t>Current Status:</a:t>
            </a:r>
            <a:endParaRPr lang="en-US" altLang="en-US" dirty="0"/>
          </a:p>
          <a:p>
            <a:pPr marL="76200" indent="0">
              <a:buNone/>
            </a:pPr>
            <a:r>
              <a:rPr lang="en-US" altLang="en-US" dirty="0"/>
              <a:t>• All modules coded: MAX30102 heart-rate reading, OLED display output, DFPlayer Mini music control.</a:t>
            </a:r>
            <a:endParaRPr lang="en-US" altLang="en-US" dirty="0"/>
          </a:p>
          <a:p>
            <a:pPr marL="76200" indent="0">
              <a:buNone/>
            </a:pPr>
            <a:r>
              <a:rPr lang="en-US" altLang="en-US" dirty="0"/>
              <a:t>• Heart-rate zones successfully mapped to 3 music tracks (calm/normal/high).</a:t>
            </a:r>
            <a:endParaRPr lang="en-US" altLang="en-US" dirty="0"/>
          </a:p>
          <a:p>
            <a:pPr marL="76200" indent="0">
              <a:buNone/>
            </a:pPr>
            <a:r>
              <a:rPr lang="en-US" altLang="en-US" dirty="0"/>
              <a:t>• Code cleaned, structured, and commented.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80%  implementation of the System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76200" indent="0">
              <a:buNone/>
            </a:pPr>
            <a:r>
              <a:rPr lang="en-US" altLang="en-US"/>
              <a:t>Description: Demonstrated 80% functionality of the working prototype.</a:t>
            </a:r>
            <a:endParaRPr lang="en-US" altLang="en-US"/>
          </a:p>
          <a:p>
            <a:pPr marL="76200" indent="0">
              <a:buNone/>
            </a:pPr>
            <a:endParaRPr lang="en-US" altLang="en-US"/>
          </a:p>
          <a:p>
            <a:pPr marL="76200" indent="0">
              <a:buNone/>
            </a:pPr>
            <a:r>
              <a:rPr lang="en-US" altLang="en-US"/>
              <a:t>Current Status: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Hardware fully assembled on dual breadboards (ESP32 + MAX30102 + OLED + DFPlayer + speaker).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Real-time BPM detection tested and stable.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Music plays automatically according to heart-rate zones.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Display is showing BPM + status.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80% completed Report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76200" indent="0">
              <a:buNone/>
            </a:pPr>
            <a:r>
              <a:rPr lang="en-US" altLang="en-US"/>
              <a:t>Description: Completed report in softcopy, formatted as per University guidelines.</a:t>
            </a:r>
            <a:endParaRPr lang="en-US" altLang="en-US"/>
          </a:p>
          <a:p>
            <a:pPr marL="76200" indent="0">
              <a:buNone/>
            </a:pPr>
            <a:endParaRPr lang="en-US" altLang="en-US"/>
          </a:p>
          <a:p>
            <a:pPr marL="76200" indent="0">
              <a:buNone/>
            </a:pPr>
            <a:r>
              <a:rPr lang="en-US" altLang="en-US"/>
              <a:t>Current Status: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Chapters drafted: Problem Statement, Objectives, Literature Review, System Architecture, Hardware Components, Methodology, Flowcharts, Block Diagrams.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Formatting applied as per requirements (Times New Roman, alignment, page numbering, etc.).</a:t>
            </a:r>
            <a:endParaRPr lang="en-US" altLang="en-US"/>
          </a:p>
          <a:p>
            <a:pPr marL="76200" indent="0">
              <a:buNone/>
            </a:pPr>
            <a:r>
              <a:rPr lang="en-US" altLang="en-US"/>
              <a:t>• Remaining: Results, Conclusion, and References (will be added after final testing).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100% Completed Research Paper</a:t>
            </a:r>
            <a:endParaRPr lang="en-I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76200" indent="0">
              <a:buNone/>
            </a:pPr>
            <a:r>
              <a:rPr lang="en-US" altLang="en-US"/>
              <a:t>Complete</a:t>
            </a:r>
            <a:r>
              <a:rPr lang="en-IN" altLang="en-US"/>
              <a:t>d </a:t>
            </a:r>
            <a:r>
              <a:rPr lang="en-US" altLang="en-US"/>
              <a:t>research paper as per IEEE template.</a:t>
            </a:r>
            <a:endParaRPr lang="en-US" altLang="en-US"/>
          </a:p>
          <a:p>
            <a:pPr marL="7620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Live Demo: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Demonstration of heart-rate measurement and display.</a:t>
            </a:r>
            <a:endParaRPr lang="en-GB" dirty="0"/>
          </a:p>
          <a:p>
            <a:r>
              <a:rPr lang="en-GB" dirty="0"/>
              <a:t>Place finger on MAX3010</a:t>
            </a:r>
            <a:r>
              <a:rPr lang="en-IN" altLang="en-GB" dirty="0"/>
              <a:t>2</a:t>
            </a:r>
            <a:r>
              <a:rPr lang="en-GB" dirty="0"/>
              <a:t> sensor → OLED shows current BPM and zone </a:t>
            </a:r>
            <a:endParaRPr lang="en-GB" dirty="0"/>
          </a:p>
          <a:p>
            <a:r>
              <a:rPr lang="en-IN" altLang="en-US" dirty="0"/>
              <a:t>Plays music that is suitable for heart rate.</a:t>
            </a:r>
            <a:endParaRPr lang="en-I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1" y="1143000"/>
            <a:ext cx="10668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•	H. Liu, J. Hu, and M.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Rauterberg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“Music Playlist Recommendation Based on User Heartbeat and Music Preference,” IEEE Transactions, 2009.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•	ISO/IEEE 11073, “Personal Health Device Communication Standards.”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• </a:t>
            </a:r>
            <a:r>
              <a:rPr lang="en-IN" dirty="0" err="1"/>
              <a:t>Espressif</a:t>
            </a:r>
            <a:r>
              <a:rPr lang="en-IN" dirty="0"/>
              <a:t> Systems, “ESP32 Technical Reference Manual,” 2024.</a:t>
            </a:r>
            <a:endParaRPr lang="en-IN" dirty="0"/>
          </a:p>
          <a:p>
            <a:pPr marL="76200" indent="0">
              <a:buNone/>
            </a:pPr>
            <a:r>
              <a:rPr lang="en-IN" dirty="0"/>
              <a:t>• Maxim Integrated, “MAX30100 Pulse Oximeter and Heart-Rate Sensor Datasheet,” 2024.</a:t>
            </a:r>
            <a:endParaRPr lang="en-IN" dirty="0"/>
          </a:p>
          <a:p>
            <a:pPr marL="76200" indent="0">
              <a:buNone/>
            </a:pPr>
            <a:r>
              <a:rPr lang="en-IN" dirty="0"/>
              <a:t>• A. F. Barbosa et al., “Heart Rate Based Real-Time Music Adaptation,” IEEE Access, May 2022 (online repository, no volume/page).</a:t>
            </a:r>
            <a:endParaRPr lang="en-IN" dirty="0"/>
          </a:p>
          <a:p>
            <a:pPr marL="76200" indent="0">
              <a:buNone/>
            </a:pPr>
            <a:r>
              <a:rPr lang="en-IN" dirty="0"/>
              <a:t>• IEEE Standard 11073 for Health Informatics, 2023 (repository document, no volume/page).</a:t>
            </a:r>
            <a:endParaRPr lang="en-IN" dirty="0"/>
          </a:p>
          <a:p>
            <a:pPr marL="76200" indent="0">
              <a:buNone/>
            </a:pPr>
            <a:r>
              <a:rPr lang="en-IN" dirty="0"/>
              <a:t>• Additional IEEE/Scopus papers from the project literature survey.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Presentation</Application>
  <PresentationFormat>Widescreen</PresentationFormat>
  <Paragraphs>129</Paragraphs>
  <Slides>15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Microsoft YaHei</vt:lpstr>
      <vt:lpstr>Arial Unicode MS</vt:lpstr>
      <vt:lpstr>Bioinformatics</vt:lpstr>
      <vt:lpstr>Student Innovation in Fitness Music to Fitness: A Smart Hardware Prototype </vt:lpstr>
      <vt:lpstr>Contents</vt:lpstr>
      <vt:lpstr>Basic Idea: </vt:lpstr>
      <vt:lpstr>Objectives</vt:lpstr>
      <vt:lpstr>Proposed System:</vt:lpstr>
      <vt:lpstr>System Architecture:</vt:lpstr>
      <vt:lpstr>Source Code Details:</vt:lpstr>
      <vt:lpstr>80%  implementation of the System</vt:lpstr>
      <vt:lpstr>80% completed Report</vt:lpstr>
      <vt:lpstr>100% Completed Research Paper</vt:lpstr>
      <vt:lpstr> Live Demo:</vt:lpstr>
      <vt:lpstr>Timeline of the Project (Gantt Chart)</vt:lpstr>
      <vt:lpstr>References (IEEE Paper format)</vt:lpstr>
      <vt:lpstr>References: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Abhi abhay</cp:lastModifiedBy>
  <cp:revision>45</cp:revision>
  <dcterms:created xsi:type="dcterms:W3CDTF">2025-11-14T04:09:00Z</dcterms:created>
  <dcterms:modified xsi:type="dcterms:W3CDTF">2025-11-14T09:25:53Z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0C8156170160483A88F395A589BCF728_13</vt:lpwstr>
  </property>
  <property fmtid="{D5CDD505-2E9C-101B-9397-08002B2CF9AE}" pid="3" name="KSOProductBuildVer">
    <vt:lpwstr>1033-12.2.0.23155</vt:lpwstr>
  </property>
</Properties>
</file>